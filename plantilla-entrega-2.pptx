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opcional. Pueden borrar, fusionar o agregar láminas. También pueden presentar directamente desde su documento de la Entrega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D9B2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PP XXXX · Nombre del programa presupuestal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576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C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Condición de interés en una frase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5778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nombre · nombre · nombre · nombre · nombre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en Presupuesto Público por Resultados · EGPP-PUCP · Sesión 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17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CONDICIÓN DE INTERÉS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 que enfrenta nuestro programa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PpR · EGPP-PUCP · Entrega 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6675120" cy="1920240"/>
          </a:xfrm>
          <a:prstGeom prst="roundRect">
            <a:avLst>
              <a:gd name="adj" fmla="val 3810"/>
            </a:avLst>
          </a:prstGeom>
          <a:solidFill>
            <a:srgbClr val="F3F4F2"/>
          </a:solidFill>
          <a:ln w="12700">
            <a:solidFill>
              <a:srgbClr val="D6D7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993392"/>
            <a:ext cx="6272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6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CONDICIÓN, ESCRITA COMO PROBLEMA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331720"/>
            <a:ext cx="62727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les pasa a las personas o a su entorno. Sin nombrar al programa ni a una solución.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Ej.: "Alta exposición de la población de X a inundaciones".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6675120" cy="2148840"/>
          </a:xfrm>
          <a:prstGeom prst="roundRect">
            <a:avLst>
              <a:gd name="adj" fmla="val 3404"/>
            </a:avLst>
          </a:prstGeom>
          <a:solidFill>
            <a:srgbClr val="F3F4F2"/>
          </a:solidFill>
          <a:ln w="12700">
            <a:solidFill>
              <a:srgbClr val="D6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4142232"/>
            <a:ext cx="6272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6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DE LA CONDICIÓN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4480560"/>
            <a:ext cx="62727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del indicador · fuente oficial (INEI, MEF, sector) · año.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usan dos, ¿cuál sirve para dimensionar y cuál para hacer seguimiento?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589520" y="1828800"/>
            <a:ext cx="3962095" cy="429768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6D7C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90688" y="1993392"/>
            <a:ext cx="35597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6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90688" y="2331720"/>
            <a:ext cx="3559759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Extensión: ¿cuántos y dónde?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Intensidad: ¿qué tan grave?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Evolución: ¿mejora o empeora?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Brecha: ¿a qué distancia de una meta?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17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TEORÍA DE CAMBIO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lo que entrega el programa llega al resultado final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PpR · EGPP-PUCP · Entrega 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3246120" cy="2286000"/>
          </a:xfrm>
          <a:prstGeom prst="roundRect">
            <a:avLst>
              <a:gd name="adj" fmla="val 3200"/>
            </a:avLst>
          </a:prstGeom>
          <a:solidFill>
            <a:srgbClr val="F3F4F2"/>
          </a:solidFill>
          <a:ln w="12700">
            <a:solidFill>
              <a:srgbClr val="D6D7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359152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6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697480"/>
            <a:ext cx="2843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bien o servicio recibe la población, y quién exactamente.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(Es lo que se financia.)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959352" y="3337560"/>
            <a:ext cx="420624" cy="0"/>
          </a:xfrm>
          <a:prstGeom prst="line">
            <a:avLst/>
          </a:prstGeom>
          <a:noFill/>
          <a:ln w="31750">
            <a:solidFill>
              <a:srgbClr val="A1712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53128" y="2194560"/>
            <a:ext cx="3246120" cy="2286000"/>
          </a:xfrm>
          <a:prstGeom prst="roundRect">
            <a:avLst>
              <a:gd name="adj" fmla="val 3200"/>
            </a:avLst>
          </a:prstGeom>
          <a:solidFill>
            <a:srgbClr val="F3F4F2"/>
          </a:solidFill>
          <a:ln w="12700">
            <a:solidFill>
              <a:srgbClr val="D6D7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4296" y="2359152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6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INTERMEDIO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54296" y="2697480"/>
            <a:ext cx="2843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cambia en la conducta o la condición inmediata de quien recibe el producto.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0" y="3337560"/>
            <a:ext cx="420624" cy="0"/>
          </a:xfrm>
          <a:prstGeom prst="line">
            <a:avLst/>
          </a:prstGeom>
          <a:noFill/>
          <a:ln w="31750">
            <a:solidFill>
              <a:srgbClr val="A1712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266176" y="2194560"/>
            <a:ext cx="3246120" cy="2286000"/>
          </a:xfrm>
          <a:prstGeom prst="roundRect">
            <a:avLst>
              <a:gd name="adj" fmla="val 3200"/>
            </a:avLst>
          </a:prstGeom>
          <a:solidFill>
            <a:srgbClr val="F3F4F2"/>
          </a:solidFill>
          <a:ln w="25400">
            <a:solidFill>
              <a:srgbClr val="A171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67344" y="2359152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17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FINAL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467344" y="2697480"/>
            <a:ext cx="2843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mejora en la condición de interés.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846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17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Marquen en qué flecha está su supuesto frágil.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257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quieren, agreguen debajo la causa del modelo explicativo sobre la que actúa el producto.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17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SUPUESTO FRÁGIL Y PREGUNTA DE EVIDENCIA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flecha más débil y lo que el programa no sabe responder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PpR · EGPP-PUCP · Entrega 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5303520" cy="4297680"/>
          </a:xfrm>
          <a:prstGeom prst="roundRect">
            <a:avLst>
              <a:gd name="adj" fmla="val 1702"/>
            </a:avLst>
          </a:prstGeom>
          <a:solidFill>
            <a:srgbClr val="F3F4F2"/>
          </a:solidFill>
          <a:ln w="25400">
            <a:solidFill>
              <a:srgbClr val="A171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993392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17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 MÁS FRÁGIL (UNO)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331720"/>
            <a:ext cx="4901184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tiene que ser cierto entre dos eslabones para que el resultado ocurra, y que el programa no controla.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una causa del problema ni un "no hay estudios".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35040" y="3977640"/>
            <a:ext cx="457200" cy="0"/>
          </a:xfrm>
          <a:prstGeom prst="line">
            <a:avLst/>
          </a:prstGeom>
          <a:noFill/>
          <a:ln w="31750">
            <a:solidFill>
              <a:srgbClr val="A1712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583680" y="1828800"/>
            <a:ext cx="4967935" cy="4297680"/>
          </a:xfrm>
          <a:prstGeom prst="roundRect">
            <a:avLst>
              <a:gd name="adj" fmla="val 1702"/>
            </a:avLst>
          </a:prstGeom>
          <a:solidFill>
            <a:srgbClr val="F3F4F2"/>
          </a:solidFill>
          <a:ln w="12700">
            <a:solidFill>
              <a:srgbClr val="D6D7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84848" y="1993392"/>
            <a:ext cx="45655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6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EVIDENCIA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784848" y="2331720"/>
            <a:ext cx="4565599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¿Cuántas veces se cumple ese supuesto, y qué pasa cuando no?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Concreta y medible. ¿De dónde saldrían los datos?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17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INDICADORES ACTUALES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mide hoy el programa lo que hace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PpR · EGPP-PUCP · Entrega 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737360"/>
                <a:gridCol w="1920240"/>
                <a:gridCol w="1737360"/>
                <a:gridCol w="1234440"/>
                <a:gridCol w="1356055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 (RESULTA / Anexo 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t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E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t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E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Ámbito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t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E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¿Mide lo correcto?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t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E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¿Verificable?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t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E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¿Orienta decisiones?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t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E8F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258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t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258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Eficacia, eficiencia, economía o calidad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t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258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Insumo, proceso, producto, resultado o impacto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t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t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t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t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258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t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t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t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t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t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t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5486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17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fondo: ¿hay algún indicador que mida el supuesto frágil?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17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INDICADORES PROPUESTOS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programa debería medir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PpR · EGPP-PUCP · Entrega 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358945"/>
                <a:gridCol w="435803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E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 propuesto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E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 propuesto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E8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8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258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mide, en una frase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8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Fórmula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258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Numerador / denominador × 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8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Fuente de datos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258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ENDES, ENAPRES, SIAF, registro administrativo…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8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Frecuencia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258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Mensual, anual…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8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Línea de 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258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y año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8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qué es mejor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258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decisión permitiría tomar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17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PROPUESTA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cambiaríamos y qué evaluación pediríamos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PpR · EGPP-PUCP · Entrega 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5303520" cy="4297680"/>
          </a:xfrm>
          <a:prstGeom prst="roundRect">
            <a:avLst>
              <a:gd name="adj" fmla="val 1702"/>
            </a:avLst>
          </a:prstGeom>
          <a:solidFill>
            <a:srgbClr val="F3F4F2"/>
          </a:solidFill>
          <a:ln w="12700">
            <a:solidFill>
              <a:srgbClr val="D6D7C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993392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6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AL DISEÑO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331720"/>
            <a:ext cx="4901184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cambio concreto al programa, vinculado al supuesto frágil.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evidencia lo respalda? ¿Es viable en el contexto peruano?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1828800"/>
            <a:ext cx="5333695" cy="4297680"/>
          </a:xfrm>
          <a:prstGeom prst="roundRect">
            <a:avLst>
              <a:gd name="adj" fmla="val 1702"/>
            </a:avLst>
          </a:prstGeom>
          <a:solidFill>
            <a:srgbClr val="F3F4F2"/>
          </a:solidFill>
          <a:ln w="25400">
            <a:solidFill>
              <a:srgbClr val="A171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9088" y="1993392"/>
            <a:ext cx="49313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17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RECOMENDADA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2331720"/>
            <a:ext cx="4931359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Tipo: necesidades, diseño, procesos, impacto o costo-efectividad.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evaluativa central.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2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ese tipo y no otro?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Plantilla de presentación · Entrega 2 · Taller PpR</dc:title>
  <dc:subject>PptxGenJS Presentation</dc:subject>
  <dc:creator>PptxGenJS</dc:creator>
  <cp:lastModifiedBy>PptxGenJS</cp:lastModifiedBy>
  <cp:revision>1</cp:revision>
  <dcterms:created xsi:type="dcterms:W3CDTF">2026-09-25T21:32:47Z</dcterms:created>
  <dcterms:modified xsi:type="dcterms:W3CDTF">2026-09-25T21:32:47Z</dcterms:modified>
</cp:coreProperties>
</file>